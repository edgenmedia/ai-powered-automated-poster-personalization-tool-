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Poster Personalization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 Stack &amp; Development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pic>
        <p:nvPicPr>
          <p:cNvPr id="3" name="Picture 2" descr="a_clean_infographic_slide_style_diagram_on_a_w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99" y="1139386"/>
            <a:ext cx="7759202" cy="51728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Frontend: React 19, TypeScript, Vite, Material UI, React-Konva</a:t>
            </a:r>
          </a:p>
          <a:p>
            <a:r>
              <a:t>Backend: FastAPI, Python 3.12</a:t>
            </a:r>
          </a:p>
          <a:p>
            <a:r>
              <a:t>Database: PostgreSQL, SQLAlchemy, Alembic</a:t>
            </a:r>
          </a:p>
          <a:p>
            <a:r>
              <a:t>Image Processing: Pillow, OpenCV</a:t>
            </a:r>
          </a:p>
          <a:p>
            <a:r>
              <a:t>Data Processing: Pandas, OpenPyXL</a:t>
            </a:r>
          </a:p>
          <a:p>
            <a:r>
              <a:t>AI: EasyOCR, GPT-4o Vision (Future)</a:t>
            </a:r>
          </a:p>
          <a:p>
            <a:r>
              <a:t>Deployment: Docker,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938" y="1234911"/>
            <a:ext cx="8356862" cy="526958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dirty="0"/>
              <a:t>Requirements Analysis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System Design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UI/UX Design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Frontend Development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Backend Development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Integration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Testing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02F5AA-E2EB-45C1-84E5-BECAAD6348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9" b="9827"/>
          <a:stretch/>
        </p:blipFill>
        <p:spPr>
          <a:xfrm>
            <a:off x="0" y="1485567"/>
            <a:ext cx="9144000" cy="38084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06209F-BCFA-488B-B082-08FD1F2211EB}"/>
              </a:ext>
            </a:extLst>
          </p:cNvPr>
          <p:cNvSpPr txBox="1"/>
          <p:nvPr/>
        </p:nvSpPr>
        <p:spPr>
          <a:xfrm>
            <a:off x="131975" y="275313"/>
            <a:ext cx="2837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Expected Output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426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D7A85F-4FDF-4527-87AC-5CC53433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872"/>
            <a:ext cx="9144000" cy="430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0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Module-Wise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Phase 1: Foundation Setup</a:t>
            </a:r>
          </a:p>
          <a:p>
            <a:r>
              <a:t>Phase 2: Poster Editor</a:t>
            </a:r>
          </a:p>
          <a:p>
            <a:r>
              <a:t>Phase 3: Styling Engine</a:t>
            </a:r>
          </a:p>
          <a:p>
            <a:r>
              <a:t>Phase 4: Template Management</a:t>
            </a:r>
          </a:p>
          <a:p>
            <a:r>
              <a:t>Phase 5: Contact Management</a:t>
            </a:r>
          </a:p>
          <a:p>
            <a:r>
              <a:t>Phase 6: Poster Generation Engine</a:t>
            </a:r>
          </a:p>
          <a:p>
            <a:r>
              <a:t>Phase 7: ZIP Export</a:t>
            </a:r>
          </a:p>
          <a:p>
            <a:r>
              <a:t>Phase 8: AI Detection Module</a:t>
            </a:r>
          </a:p>
          <a:p>
            <a:r>
              <a:t>Phase 9: Testing &amp;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144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AI-Powered Poster Personalization Tool</vt:lpstr>
      <vt:lpstr>High-Level Architecture</vt:lpstr>
      <vt:lpstr>Final Tech Stack</vt:lpstr>
      <vt:lpstr>Development Flow</vt:lpstr>
      <vt:lpstr>PowerPoint Presentation</vt:lpstr>
      <vt:lpstr>PowerPoint Presentation</vt:lpstr>
      <vt:lpstr>Module-Wise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Poster Personalization Tool</dc:title>
  <dc:subject/>
  <dc:creator>Meet Dutta</dc:creator>
  <cp:keywords/>
  <dc:description>generated using python-pptx</dc:description>
  <cp:lastModifiedBy>Meet</cp:lastModifiedBy>
  <cp:revision>4</cp:revision>
  <dcterms:created xsi:type="dcterms:W3CDTF">2013-01-27T09:14:16Z</dcterms:created>
  <dcterms:modified xsi:type="dcterms:W3CDTF">2026-06-06T05:08:34Z</dcterms:modified>
  <cp:category/>
</cp:coreProperties>
</file>